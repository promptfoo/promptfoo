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AAAAA"/>
                </a:solidFill>
                <a:latin typeface="Inter"/>
              </a:rPr>
              <a:t>PROMPTFOO  ·  ENG UPDATE  ·  FEB 1–8,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Inter"/>
              </a:rPr>
              <a:t>309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Inter"/>
              </a:rPr>
              <a:t>merged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94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Inter"/>
              </a:rPr>
              <a:t>20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Inter"/>
              </a:rPr>
              <a:t>repos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594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Inter"/>
              </a:rPr>
              <a:t>6.8h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Inter"/>
              </a:rPr>
              <a:t>median TTM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594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Inter"/>
              </a:rPr>
              <a:t>16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Inter"/>
              </a:rPr>
              <a:t>contributors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94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Inter"/>
              </a:rPr>
              <a:t>27%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Inter"/>
              </a:rPr>
              <a:t>cycle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CCCCC"/>
                </a:solidFill>
                <a:latin typeface="Inter"/>
              </a:rPr>
              <a:t>promptfoo 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Inter"/>
              </a:rPr>
              <a:t>Shipped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Indirect web-pwn — agents following injected web instructions</a:t>
            </a:r>
            <a:r>
              <a:rPr sz="900">
                <a:solidFill>
                  <a:srgbClr val="666666"/>
                </a:solidFill>
                <a:latin typeface="Inter"/>
              </a:rPr>
              <a:t>  OWASP Agentic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Eval Creator in Cloud — build + run evals without CLI</a:t>
            </a:r>
            <a:r>
              <a:rPr sz="900">
                <a:solidFill>
                  <a:srgbClr val="666666"/>
                </a:solidFill>
                <a:latin typeface="Inter"/>
              </a:rPr>
              <a:t>  Enterprise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External grading guidelines — org safety policies → grading</a:t>
            </a:r>
            <a:r>
              <a:rPr sz="900">
                <a:solidFill>
                  <a:srgbClr val="666666"/>
                </a:solidFill>
                <a:latin typeface="Inter"/>
              </a:rPr>
              <a:t>  Pre-Deploy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Public eval sharing</a:t>
            </a:r>
            <a:r>
              <a:rPr sz="900">
                <a:solidFill>
                  <a:srgbClr val="666666"/>
                </a:solidFill>
                <a:latin typeface="Inter"/>
              </a:rPr>
              <a:t>  Cloud superset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Claude Opus 4.6 across all Anthropic surfaces</a:t>
            </a:r>
            <a:r>
              <a:rPr sz="900">
                <a:solidFill>
                  <a:srgbClr val="666666"/>
                </a:solidFill>
                <a:latin typeface="Inter"/>
              </a:rPr>
              <a:t>  Models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Multilingual redteam for audio/video/image</a:t>
            </a:r>
            <a:r>
              <a:rPr sz="900">
                <a:solidFill>
                  <a:srgbClr val="666666"/>
                </a:solidFill>
                <a:latin typeface="Inter"/>
              </a:rPr>
              <a:t>  Pre-Deploy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Admin app → Radix UI + Tailwind</a:t>
            </a:r>
            <a:r>
              <a:rPr sz="900">
                <a:solidFill>
                  <a:srgbClr val="666666"/>
                </a:solidFill>
                <a:latin typeface="Inter"/>
              </a:rPr>
              <a:t>  Enterprise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On-prem smoke tests gate image tagging</a:t>
            </a:r>
            <a:r>
              <a:rPr sz="900">
                <a:solidFill>
                  <a:srgbClr val="666666"/>
                </a:solidFill>
                <a:latin typeface="Inter"/>
              </a:rPr>
              <a:t>  Enterprise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Staging safety checks after Feb 5 outage</a:t>
            </a:r>
            <a:r>
              <a:rPr sz="900">
                <a:solidFill>
                  <a:srgbClr val="666666"/>
                </a:solidFill>
                <a:latin typeface="Inter"/>
              </a:rPr>
              <a:t>  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12700" cy="47548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Inter"/>
              </a:rPr>
              <a:t>In Flight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PRE-DEPLOY SECURITY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Lazy Mode: HTTP + JS setup agents</a:t>
            </a:r>
            <a:r>
              <a:rPr sz="900">
                <a:solidFill>
                  <a:srgbClr val="666666"/>
                </a:solidFill>
                <a:latin typeface="Inter"/>
              </a:rPr>
              <a:t>  Faizan, Dane · P0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Auto-suggest plugins from target</a:t>
            </a:r>
            <a:r>
              <a:rPr sz="900">
                <a:solidFill>
                  <a:srgbClr val="666666"/>
                </a:solidFill>
                <a:latin typeface="Inter"/>
              </a:rPr>
              <a:t>  Dane · P0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Grey box redteaming started</a:t>
            </a:r>
            <a:r>
              <a:rPr sz="900">
                <a:solidFill>
                  <a:srgbClr val="666666"/>
                </a:solidFill>
                <a:latin typeface="Inter"/>
              </a:rPr>
              <a:t>  Guangshuo · P0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Langfuse tracing — 13 LLM call sites</a:t>
            </a:r>
            <a:r>
              <a:rPr sz="900">
                <a:solidFill>
                  <a:srgbClr val="666666"/>
                </a:solidFill>
                <a:latin typeface="Inter"/>
              </a:rPr>
              <a:t>  Dane · 6d open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Grading accuracy for Bloomberg</a:t>
            </a:r>
            <a:r>
              <a:rPr sz="900">
                <a:solidFill>
                  <a:srgbClr val="666666"/>
                </a:solidFill>
                <a:latin typeface="Inter"/>
              </a:rPr>
              <a:t>  Guangshuo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ENTERPRISE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On-prem first-boot wizard + deploy keys</a:t>
            </a:r>
            <a:r>
              <a:rPr sz="900">
                <a:solidFill>
                  <a:srgbClr val="666666"/>
                </a:solidFill>
                <a:latin typeface="Inter"/>
              </a:rPr>
              <a:t>  Alan · P0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GCP service account provisioning</a:t>
            </a:r>
            <a:r>
              <a:rPr sz="900">
                <a:solidFill>
                  <a:srgbClr val="666666"/>
                </a:solidFill>
                <a:latin typeface="Inter"/>
              </a:rPr>
              <a:t>  Alan · 15K lines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Team-scoped API tokens</a:t>
            </a:r>
            <a:r>
              <a:rPr sz="900">
                <a:solidFill>
                  <a:srgbClr val="666666"/>
                </a:solidFill>
                <a:latin typeface="Inter"/>
              </a:rPr>
              <a:t>  Michael · 15K lines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Eval Creator YAML in Cloud</a:t>
            </a:r>
            <a:r>
              <a:rPr sz="900">
                <a:solidFill>
                  <a:srgbClr val="CC4444"/>
                </a:solidFill>
                <a:latin typeface="Inter"/>
              </a:rPr>
              <a:t>  Will · P0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RUNTIME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Guardrails: Azure Content Safety</a:t>
            </a:r>
            <a:r>
              <a:rPr sz="900">
                <a:solidFill>
                  <a:srgbClr val="666666"/>
                </a:solidFill>
                <a:latin typeface="Inter"/>
              </a:rPr>
              <a:t>  James · P0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MCP Shadow Server</a:t>
            </a:r>
            <a:r>
              <a:rPr sz="900">
                <a:solidFill>
                  <a:srgbClr val="666666"/>
                </a:solidFill>
                <a:latin typeface="Inter"/>
              </a:rPr>
              <a:t>  draft · 20K 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12700" cy="47548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630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C4444"/>
                </a:solidFill>
                <a:latin typeface="Inter"/>
              </a:rPr>
              <a:t>Attention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ACT NOW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Pen test Monday — materials due</a:t>
            </a:r>
            <a:r>
              <a:rPr sz="900">
                <a:solidFill>
                  <a:srgbClr val="CC4444"/>
                </a:solidFill>
                <a:latin typeface="Inter"/>
              </a:rPr>
              <a:t>  Justin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3 urgent fixes waiting for release</a:t>
            </a:r>
            <a:r>
              <a:rPr sz="900">
                <a:solidFill>
                  <a:srgbClr val="CC4444"/>
                </a:solidFill>
                <a:latin typeface="Inter"/>
              </a:rPr>
              <a:t>  ship today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VISA: cross-team plugin save broken</a:t>
            </a:r>
            <a:r>
              <a:rPr sz="900">
                <a:solidFill>
                  <a:srgbClr val="CC4444"/>
                </a:solidFill>
                <a:latin typeface="Inter"/>
              </a:rPr>
              <a:t>  new P1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OVERDUE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Eval Creator YAML — due Feb 6</a:t>
            </a:r>
            <a:r>
              <a:rPr sz="900">
                <a:solidFill>
                  <a:srgbClr val="666666"/>
                </a:solidFill>
                <a:latin typeface="Inter"/>
              </a:rPr>
              <a:t>  Will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Info hierarchy — due Feb 6</a:t>
            </a:r>
            <a:r>
              <a:rPr sz="900">
                <a:solidFill>
                  <a:srgbClr val="666666"/>
                </a:solidFill>
                <a:latin typeface="Inter"/>
              </a:rPr>
              <a:t>  Will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Radix migration — due Jan 28</a:t>
            </a:r>
            <a:r>
              <a:rPr sz="900">
                <a:solidFill>
                  <a:srgbClr val="666666"/>
                </a:solidFill>
                <a:latin typeface="Inter"/>
              </a:rPr>
              <a:t>  Faizan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P0 NOT STARTED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Codebase Reconnaissance</a:t>
            </a:r>
            <a:r>
              <a:rPr sz="900">
                <a:solidFill>
                  <a:srgbClr val="666666"/>
                </a:solidFill>
                <a:latin typeface="Inter"/>
              </a:rPr>
              <a:t>  Dane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Instrument promptfoo system</a:t>
            </a:r>
            <a:r>
              <a:rPr sz="900">
                <a:solidFill>
                  <a:srgbClr val="666666"/>
                </a:solidFill>
                <a:latin typeface="Inter"/>
              </a:rPr>
              <a:t>  Guangshuo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Licenses and probes</a:t>
            </a:r>
            <a:r>
              <a:rPr sz="900">
                <a:solidFill>
                  <a:srgbClr val="666666"/>
                </a:solidFill>
                <a:latin typeface="Inter"/>
              </a:rPr>
              <a:t>  Alan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888888"/>
                </a:solidFill>
                <a:latin typeface="Inter"/>
              </a:rPr>
              <a:t>SPREAD THIN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Faizan — Lazy Mode + 3 Radix pages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Alan — on-prem + TR debug + GCP PR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Inter"/>
              </a:rPr>
              <a:t>–  </a:t>
            </a:r>
            <a:r>
              <a:rPr sz="1100">
                <a:solidFill>
                  <a:srgbClr val="333333"/>
                </a:solidFill>
                <a:latin typeface="Inter"/>
              </a:rPr>
              <a:t>Guangshuo — grading + MCP arch + grey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